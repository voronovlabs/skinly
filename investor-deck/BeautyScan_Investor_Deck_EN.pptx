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2743200" cy="5029200"/>
          </a:xfrm>
          <a:prstGeom prst="roundRect">
            <a:avLst>
              <a:gd name="adj" fmla="val 9333"/>
            </a:avLst>
          </a:prstGeom>
          <a:solidFill>
            <a:srgbClr val="2A2024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32688" y="1024128"/>
            <a:ext cx="2523744" cy="4809744"/>
          </a:xfrm>
          <a:prstGeom prst="roundRect">
            <a:avLst>
              <a:gd name="adj" fmla="val 7246"/>
            </a:avLst>
          </a:prstGeom>
          <a:solidFill>
            <a:srgbClr val="F5E6E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BeautyScan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737360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zen-clever-archimedes/mnt/outputs/assets/ic_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25880" y="5029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9B3030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5029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BEAUTY AI</a:t>
            </a:r>
            <a:pPr indent="0" marL="0">
              <a:buNone/>
            </a:pPr>
            <a:r>
              <a:rPr lang="en-US" sz="1200" spc="2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18288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BeautyScan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4114800" y="297180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cosmetics platform built on skin analysis and ingredient (INCI) compatibility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14800" y="4297680"/>
            <a:ext cx="247985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A9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0" y="4297680"/>
            <a:ext cx="247985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deployed in production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59245" y="4297680"/>
            <a:ext cx="197510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A9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59245" y="4297680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/ Android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898941" y="4297680"/>
            <a:ext cx="298460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A9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98941" y="4297680"/>
            <a:ext cx="29846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AI ingredient analysis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long, confusing path to the right purchase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skincare turns into a chore: hours of search, reading ingredient lists and reviews — and still the wrong call.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3924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92608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month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79392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self-researching products, ingredients and reviews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2651760"/>
            <a:ext cx="33924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292608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72584" y="3886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purchases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72584" y="4279392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don't suit the user or fail to deliver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2651760"/>
            <a:ext cx="3392424" cy="2331720"/>
          </a:xfrm>
          <a:prstGeom prst="roundRect">
            <a:avLst>
              <a:gd name="adj" fmla="val 3922"/>
            </a:avLst>
          </a:prstGeom>
          <a:solidFill>
            <a:srgbClr val="F5E6E0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92608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$7.7B*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430768" y="3886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size, Russia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0768" y="4279392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the problem = scale of the opportunity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market figures carried over from the original deck; unsourced — to be verified before the round.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 in three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connects the full cycle — from ingredient analysis to purchase. The platform learns from your ratings and personalizes recommendations.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3009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72384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EBA9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60120" y="3063240"/>
            <a:ext cx="777240" cy="77724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8" name="Image 0" descr="/sessions/zen-clever-archimedes/mnt/outputs/assets/ic_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325755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977640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camera at any product barcode</a:t>
            </a:r>
            <a:endParaRPr lang="en-US" sz="1250" dirty="0"/>
          </a:p>
        </p:txBody>
      </p:sp>
      <p:pic>
        <p:nvPicPr>
          <p:cNvPr id="11" name="Image 1" descr="/sessions/zen-clever-archimedes/mnt/outputs/assets/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364" y="384048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43984" y="2743200"/>
            <a:ext cx="33009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876288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EBA9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764024" y="3063240"/>
            <a:ext cx="777240" cy="77724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5" name="Image 2" descr="/sessions/zen-clever-archimedes/mnt/outputs/assets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334" y="32575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64024" y="3977640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764024" y="443484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ingredient analysis against your skin profile</a:t>
            </a:r>
            <a:endParaRPr lang="en-US" sz="1250" dirty="0"/>
          </a:p>
        </p:txBody>
      </p:sp>
      <p:pic>
        <p:nvPicPr>
          <p:cNvPr id="18" name="Image 3" descr="/sessions/zen-clever-archimedes/mnt/outputs/assets/ic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268" y="384048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47888" y="2743200"/>
            <a:ext cx="33009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10680192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EBA9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Shape 15"/>
          <p:cNvSpPr/>
          <p:nvPr/>
        </p:nvSpPr>
        <p:spPr>
          <a:xfrm>
            <a:off x="8567928" y="3063240"/>
            <a:ext cx="777240" cy="77724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2" name="Image 4" descr="/sessions/zen-clever-archimedes/mnt/outputs/assets/ic_c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2238" y="3257550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67928" y="3977640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8567928" y="443484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and a link to purchase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 idea — a working product on two platforms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past the hypothesis stage. There's a working core deployed in production and a native app ready for submission.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2579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80360"/>
            <a:ext cx="731520" cy="731520"/>
          </a:xfrm>
          <a:prstGeom prst="ellipse">
            <a:avLst/>
          </a:prstGeom>
          <a:solidFill>
            <a:srgbClr val="E6E0F5"/>
          </a:solidFill>
          <a:ln/>
        </p:spPr>
      </p:sp>
      <p:pic>
        <p:nvPicPr>
          <p:cNvPr id="7" name="Image 0" descr="/sessions/zen-clever-archimedes/mnt/outputs/assets/ic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63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898648"/>
            <a:ext cx="38541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46771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19, deployed in production (Caddy + Docker). Auth, guest mode, onboarding, scanner, product pages.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23076" y="2606040"/>
            <a:ext cx="522579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97396" y="2880360"/>
            <a:ext cx="731520" cy="73152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2" name="Image 1" descr="/sessions/zen-clever-archimedes/mnt/outputs/assets/ic_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3063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6076" y="2898648"/>
            <a:ext cx="38541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application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597396" y="3566160"/>
            <a:ext cx="46771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 SDK 51. Real Xcode &amp; Gradle projects, bundle id com.skinly.mobileapp — ready for store submission.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617720"/>
            <a:ext cx="2487168" cy="1463040"/>
          </a:xfrm>
          <a:prstGeom prst="roundRect">
            <a:avLst>
              <a:gd name="adj" fmla="val 6250"/>
            </a:avLst>
          </a:prstGeom>
          <a:solidFill>
            <a:srgbClr val="F2EFE9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sessions/zen-clever-archimedes/mnt/outputs/assets/ic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9514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5367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 production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68680" y="56601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Prisma, REST API /api/v1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447288" y="4617720"/>
            <a:ext cx="2487168" cy="1463040"/>
          </a:xfrm>
          <a:prstGeom prst="roundRect">
            <a:avLst>
              <a:gd name="adj" fmla="val 6250"/>
            </a:avLst>
          </a:prstGeom>
          <a:solidFill>
            <a:srgbClr val="F2EFE9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75888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sessions/zen-clever-archimedes/mnt/outputs/assets/ic_fl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188" y="495147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675888" y="5367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engine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75888" y="56601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0–100, verdict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254496" y="4617720"/>
            <a:ext cx="2487168" cy="1463040"/>
          </a:xfrm>
          <a:prstGeom prst="roundRect">
            <a:avLst>
              <a:gd name="adj" fmla="val 6250"/>
            </a:avLst>
          </a:prstGeom>
          <a:solidFill>
            <a:srgbClr val="F2EFE9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83096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sessions/zen-clever-archimedes/mnt/outputs/assets/ic_d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4951476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83096" y="5367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pipeline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83096" y="56601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→ normalizer → Postgres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9061704" y="4617720"/>
            <a:ext cx="2487168" cy="1463040"/>
          </a:xfrm>
          <a:prstGeom prst="roundRect">
            <a:avLst>
              <a:gd name="adj" fmla="val 6250"/>
            </a:avLst>
          </a:prstGeom>
          <a:solidFill>
            <a:srgbClr val="F2EFE9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290304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/sessions/zen-clever-archimedes/mnt/outputs/assets/ic_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4604" y="4951476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90304" y="5367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/ EN i18n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9290304" y="56601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keys, mobile-first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30 SECONDS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user journey — already implemented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below runs in the current build. Drop real screenshots into this sequence.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86434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8" name="Shape 6"/>
          <p:cNvSpPr/>
          <p:nvPr/>
        </p:nvSpPr>
        <p:spPr>
          <a:xfrm>
            <a:off x="1149858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9" name="Image 0" descr="/sessions/zen-clever-archimedes/mnt/outputs/assets/ic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62" y="373989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Onboarding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00884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4892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14" name="Shape 11"/>
          <p:cNvSpPr/>
          <p:nvPr/>
        </p:nvSpPr>
        <p:spPr>
          <a:xfrm>
            <a:off x="3047238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15" name="Shape 12"/>
          <p:cNvSpPr/>
          <p:nvPr/>
        </p:nvSpPr>
        <p:spPr>
          <a:xfrm>
            <a:off x="3010662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6" name="Image 1" descr="/sessions/zen-clever-archimedes/mnt/outputs/assets/ic_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966" y="373989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46604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00884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Scanning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361688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25696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21" name="Shape 17"/>
          <p:cNvSpPr/>
          <p:nvPr/>
        </p:nvSpPr>
        <p:spPr>
          <a:xfrm>
            <a:off x="4908042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22" name="Shape 18"/>
          <p:cNvSpPr/>
          <p:nvPr/>
        </p:nvSpPr>
        <p:spPr>
          <a:xfrm>
            <a:off x="4871466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3" name="Image 2" descr="/sessions/zen-clever-archimedes/mnt/outputs/assets/ic_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73989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07408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361688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analysis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222492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86500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28" name="Shape 23"/>
          <p:cNvSpPr/>
          <p:nvPr/>
        </p:nvSpPr>
        <p:spPr>
          <a:xfrm>
            <a:off x="6768846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29" name="Shape 24"/>
          <p:cNvSpPr/>
          <p:nvPr/>
        </p:nvSpPr>
        <p:spPr>
          <a:xfrm>
            <a:off x="6732270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30" name="Image 3" descr="/sessions/zen-clever-archimedes/mnt/outputs/assets/ic_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574" y="3739896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68212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222492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Compatibility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083296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147304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35" name="Shape 29"/>
          <p:cNvSpPr/>
          <p:nvPr/>
        </p:nvSpPr>
        <p:spPr>
          <a:xfrm>
            <a:off x="8629650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36" name="Shape 30"/>
          <p:cNvSpPr/>
          <p:nvPr/>
        </p:nvSpPr>
        <p:spPr>
          <a:xfrm>
            <a:off x="8593074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37" name="Image 4" descr="/sessions/zen-clever-archimedes/mnt/outputs/assets/ic_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9378" y="3739896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129016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083296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Catalog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9944100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0008108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42" name="Shape 35"/>
          <p:cNvSpPr/>
          <p:nvPr/>
        </p:nvSpPr>
        <p:spPr>
          <a:xfrm>
            <a:off x="10490454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43" name="Shape 36"/>
          <p:cNvSpPr/>
          <p:nvPr/>
        </p:nvSpPr>
        <p:spPr>
          <a:xfrm>
            <a:off x="10453878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44" name="Image 5" descr="/sessions/zen-clever-archimedes/mnt/outputs/assets/ic_camer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0182" y="3739896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989820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9944100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Recommendations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backend — two platforms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run on the same core. That lowers build cost and risk and accelerates growth.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8620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7" name="Image 0" descr="/sessions/zen-clever-archimedes/mnt/outputs/assets/ic_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30220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788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31546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Expo SDK 51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8264" y="25146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28620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2" name="Image 1" descr="/sessions/zen-clever-archimedes/mnt/outputs/assets/ic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30220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9824" y="2788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(PWA-ready)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9824" y="31546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6448" y="25146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8620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7" name="Image 2" descr="/sessions/zen-clever-archimedes/mnt/outputs/assets/ic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02209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08008" y="2788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/api/v1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208008" y="31546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for all clients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1148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44622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2" name="Image 3" descr="/sessions/zen-clever-archimedes/mnt/outputs/assets/ic_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" y="462229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3891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691640" y="47548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profiles, history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98264" y="41148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54296" y="44622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7" name="Image 4" descr="/sessions/zen-clever-archimedes/mnt/outputs/assets/ic_fla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316" y="462229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9824" y="43891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engine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49824" y="47548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function, server+client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6448" y="41148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12480" y="44622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32" name="Image 5" descr="/sessions/zen-clever-archimedes/mnt/outputs/assets/ic_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4622292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08008" y="43891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(JWT) + Guest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9208008" y="47548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edge middleware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40080" y="566928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3A2F2A"/>
          </a:solidFill>
          <a:ln/>
        </p:spPr>
      </p:sp>
      <p:sp>
        <p:nvSpPr>
          <p:cNvPr id="36" name="Text 28"/>
          <p:cNvSpPr/>
          <p:nvPr/>
        </p:nvSpPr>
        <p:spPr>
          <a:xfrm>
            <a:off x="822960" y="566928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Next.js 15 · React 19 · TypeScript · Prisma 6 · PostgreSQL 16 · Tailwind v4 · Expo SDK 51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Compatibility analysis that works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engine scores ingredients against the skin profile — no black box. An honest base for AI and ML to build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25796" cy="2331720"/>
          </a:xfrm>
          <a:prstGeom prst="roundRect">
            <a:avLst>
              <a:gd name="adj" fmla="val 3922"/>
            </a:avLst>
          </a:prstGeom>
          <a:solidFill>
            <a:srgbClr val="E0F0E8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535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sessions/zen-clever-archimedes/mnt/outputs/asset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0906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017520"/>
            <a:ext cx="4128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today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45857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 knowledge base: ~41 key ingredients with rules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rules: sensitivity, skin type, goals, avoid-list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+ verdict: excellent / good / mixed / risky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Per-ingredient breakdown + contextual layer (time, weather)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3076" y="2697480"/>
            <a:ext cx="5225796" cy="2331720"/>
          </a:xfrm>
          <a:prstGeom prst="roundRect">
            <a:avLst>
              <a:gd name="adj" fmla="val 3922"/>
            </a:avLst>
          </a:prstGeom>
          <a:solidFill>
            <a:srgbClr val="E6E0F5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97396" y="29535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sessions/zen-clever-archimedes/mnt/outputs/assets/ic_spark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30906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3196" y="3017520"/>
            <a:ext cx="4128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roadmap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43116" y="3611880"/>
            <a:ext cx="45857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explanations on top of the engine result (LLM)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calibration of the score from real user ratings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interaction graph (retinol + AHA, etc.)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" y="519379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today this is deterministic rules, not ML. User data builds the flywheel that will train ML in the next phase.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 is data and self-improvement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 isn't a single algorithm — it's a system that improves as the audience grows.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24865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52928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7" name="Image 0" descr="/sessions/zen-clever-archimedes/mnt/outputs/assets/ic_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0129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816352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Russian-sourced catalog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19072" y="3182112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from the National Catalog: scraper → normalizer → Postgres. The code targets a ~62k-product catalog*.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300216" y="2560320"/>
            <a:ext cx="524865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4536" y="2852928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2" name="Image 1" descr="/sessions/zen-clever-archimedes/mnt/outputs/assets/ic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301294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9208" y="2816352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INCI base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79208" y="3182112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ingredient knowledge base and rules — the engine core that's hard to copy.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40080" y="4334256"/>
            <a:ext cx="524865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626864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7" name="Image 2" descr="/sessions/zen-clever-archimedes/mnt/outputs/assets/ic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786884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9072" y="4590288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19072" y="4956048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rating sharpens recommendations — data becomes a barrier to entry.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300216" y="4334256"/>
            <a:ext cx="524865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74536" y="4626864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2" name="Image 3" descr="/sessions/zen-clever-archimedes/mnt/outputs/assets/ic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556" y="4786884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9208" y="4590288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work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79208" y="4956048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Codebase, pipeline and knowledge base are core assets; formal IP is planned.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640080" y="601675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"62k" is the catalog target stated in code/architecture; actual DB fill needs confirmation. The original deck claimed 20K+.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ones connecting analysis to purchase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either only assess products or only sell them. We do both — while keeping recommendations objective.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65960"/>
                <a:gridCol w="1828800"/>
                <a:gridCol w="2020824"/>
                <a:gridCol w="202082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Goldapple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Ingredient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recommendations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personalization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today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personalization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Russian 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MONETIZATION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 market and a simple growth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EBA98E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21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</a:t>
            </a:r>
            <a:pPr indent="0" marL="0">
              <a:buNone/>
            </a:pPr>
            <a:r>
              <a:rPr lang="en-US" sz="2200" b="1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50M*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market in Russia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8700" y="3246120"/>
            <a:ext cx="4343400" cy="1005840"/>
          </a:xfrm>
          <a:prstGeom prst="roundRect">
            <a:avLst>
              <a:gd name="adj" fmla="val 9091"/>
            </a:avLst>
          </a:prstGeom>
          <a:solidFill>
            <a:srgbClr val="F0B89E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03020" y="3355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</a:t>
            </a:r>
            <a:pPr indent="0" marL="0">
              <a:buNone/>
            </a:pPr>
            <a:r>
              <a:rPr lang="en-US" sz="2200" b="1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10M*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03020" y="38130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18–45, Moscow &amp; major cities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17320" y="448056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5E6E0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</a:t>
            </a:r>
            <a:pPr indent="0" marL="0">
              <a:buNone/>
            </a:pPr>
            <a:r>
              <a:rPr lang="en-US" sz="2200" b="1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100K–1M*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5047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in year one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Monetization model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2377440"/>
            <a:ext cx="5148072" cy="1325880"/>
          </a:xfrm>
          <a:prstGeom prst="roundRect">
            <a:avLst>
              <a:gd name="adj" fmla="val 6897"/>
            </a:avLst>
          </a:prstGeom>
          <a:solidFill>
            <a:srgbClr val="E0F0E8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/sessions/zen-clever-archimedes/mnt/outputs/assets/ic_mon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74320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254203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20840" y="297180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functionality for everyone. Monetized via affiliate commissions on sales.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3886200"/>
            <a:ext cx="5148072" cy="1371600"/>
          </a:xfrm>
          <a:prstGeom prst="roundRect">
            <a:avLst>
              <a:gd name="adj" fmla="val 6667"/>
            </a:avLst>
          </a:prstGeom>
          <a:solidFill>
            <a:srgbClr val="E6E0F5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56832" y="4114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/sessions/zen-clever-archimedes/mnt/outputs/assets/ic_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2519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405079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 — 299 ₽/mo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720840" y="448056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analytics, priority recommendations, exclusive content.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market sizes from the original deck; no source stated — methodology should be confirmed before fund meetings.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not promises. Much of the technical risk is already retired.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4528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80360"/>
            <a:ext cx="1995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3675888"/>
            <a:ext cx="1995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986784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 production + native 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58718" y="2651760"/>
            <a:ext cx="24528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7318" y="2880360"/>
            <a:ext cx="1995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87318" y="3675888"/>
            <a:ext cx="1995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87318" y="3986784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codebases, active development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7356" y="2651760"/>
            <a:ext cx="24528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5956" y="2880360"/>
            <a:ext cx="1995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05956" y="3675888"/>
            <a:ext cx="1995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05956" y="3986784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for mobile clients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5994" y="2651760"/>
            <a:ext cx="24528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4594" y="2880360"/>
            <a:ext cx="1995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RU/EN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24594" y="3675888"/>
            <a:ext cx="1995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4594" y="3986784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translation keys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F5F0E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0" descr="/sessions/zen-clever-archimedes/mnt/outputs/assets/ic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070348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54480" y="4754880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here yet (honestly): public launch, revenue and user metrics. The round is to ship to stores and start building traction.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built product to market leadership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2D6A4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23160"/>
            <a:ext cx="2487168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71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sessions/zen-clever-archimedes/mnt/outputs/assets/ic_check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2860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999232"/>
            <a:ext cx="2029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in production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iOS/Android app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REST API, Postgres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engine v1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 (web + native)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pipeline, RU/EN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47288" y="196596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288" y="196596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B8860B"/>
          </a:solidFill>
          <a:ln/>
        </p:spPr>
      </p:sp>
      <p:sp>
        <p:nvSpPr>
          <p:cNvPr id="13" name="Shape 10"/>
          <p:cNvSpPr/>
          <p:nvPr/>
        </p:nvSpPr>
        <p:spPr>
          <a:xfrm>
            <a:off x="3447288" y="2423160"/>
            <a:ext cx="2487168" cy="411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Shape 11"/>
          <p:cNvSpPr/>
          <p:nvPr/>
        </p:nvSpPr>
        <p:spPr>
          <a:xfrm>
            <a:off x="3675888" y="2171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sessions/zen-clever-archimedes/mnt/outputs/assets/ic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88" y="22860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24528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703320" y="2999232"/>
            <a:ext cx="2029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submission prep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fill &amp; quality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testing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54496" y="196596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54496" y="196596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9B3030"/>
          </a:solidFill>
          <a:ln/>
        </p:spPr>
      </p:sp>
      <p:sp>
        <p:nvSpPr>
          <p:cNvPr id="20" name="Shape 16"/>
          <p:cNvSpPr/>
          <p:nvPr/>
        </p:nvSpPr>
        <p:spPr>
          <a:xfrm>
            <a:off x="6254496" y="2423160"/>
            <a:ext cx="2487168" cy="411480"/>
          </a:xfrm>
          <a:prstGeom prst="rect">
            <a:avLst/>
          </a:prstGeom>
          <a:solidFill>
            <a:srgbClr val="9B3030"/>
          </a:solidFill>
          <a:ln/>
        </p:spPr>
      </p:sp>
      <p:sp>
        <p:nvSpPr>
          <p:cNvPr id="21" name="Shape 17"/>
          <p:cNvSpPr/>
          <p:nvPr/>
        </p:nvSpPr>
        <p:spPr>
          <a:xfrm>
            <a:off x="6483096" y="2171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/sessions/zen-clever-archimedes/mnt/outputs/assets/ic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228600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31736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(0–6 mo)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10528" y="2999232"/>
            <a:ext cx="2029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App Store / Google Play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users and traction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explanations (LLM)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61704" y="196596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61704" y="196596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7A6FB0"/>
          </a:solidFill>
          <a:ln/>
        </p:spPr>
      </p:sp>
      <p:sp>
        <p:nvSpPr>
          <p:cNvPr id="27" name="Shape 22"/>
          <p:cNvSpPr/>
          <p:nvPr/>
        </p:nvSpPr>
        <p:spPr>
          <a:xfrm>
            <a:off x="9061704" y="2423160"/>
            <a:ext cx="2487168" cy="411480"/>
          </a:xfrm>
          <a:prstGeom prst="rect">
            <a:avLst/>
          </a:prstGeom>
          <a:solidFill>
            <a:srgbClr val="7A6FB0"/>
          </a:solidFill>
          <a:ln/>
        </p:spPr>
      </p:sp>
      <p:sp>
        <p:nvSpPr>
          <p:cNvPr id="28" name="Shape 23"/>
          <p:cNvSpPr/>
          <p:nvPr/>
        </p:nvSpPr>
        <p:spPr>
          <a:xfrm>
            <a:off x="9290304" y="2171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/sessions/zen-clever-archimedes/mnt/outputs/assets/ic_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604" y="228600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38944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317736" y="2999232"/>
            <a:ext cx="2029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personalization on data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interaction graph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regions &amp; expansion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opportunities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team that can execute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team that has already taken the product from zero to a deployed prototype on two platforms.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3314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4332" y="3063240"/>
            <a:ext cx="822960" cy="82296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7" name="Image 0" descr="/sessions/zen-clever-archimedes/mnt/outputs/assets/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072" y="32689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233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/ Founder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45312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business development, product, fundraising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28744" y="2697480"/>
            <a:ext cx="33314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2" name="Image 1" descr="/sessions/zen-clever-archimedes/mnt/outputs/assets/ic_code_w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32689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1624" y="40233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3064" y="445312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development, ML direction, team leadership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17408" y="2697480"/>
            <a:ext cx="33314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71660" y="3063240"/>
            <a:ext cx="822960" cy="82296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7" name="Image 2" descr="/sessions/zen-clever-archimedes/mnt/outputs/assets/ic_chart_w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2689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0288" y="40233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91728" y="445312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research, user behavior, product metrics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3949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functions are covered: product, engineering and data.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to reach the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8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foundation is built. The round funds launch, first users and staying ahead of competitors.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E8C0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size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____ ₽ / $ 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B7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not stated in the original deck — fill 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154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/sessions/zen-clever-archimedes/mnt/outputs/assets/ic_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326898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3136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launch &amp; marketing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269480" y="3154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__% 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3813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sessions/zen-clever-archimedes/mnt/outputs/assets/ic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392734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First-user acquisition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269480" y="38130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__% ]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63440" y="4471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sessions/zen-clever-archimedes/mnt/outputs/assets/ic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4585716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4453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&amp; catalog quality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69480" y="44714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__% ]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51297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sessions/zen-clever-archimedes/mnt/outputs/assets/ic_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5244084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57800" y="5111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infrastructure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269480" y="51297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__% ]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21040" y="26974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goals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366760" y="3154680"/>
            <a:ext cx="32278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iOS / Android in the stores</a:t>
            </a:r>
            <a:endParaRPr lang="en-US" sz="1150" dirty="0"/>
          </a:p>
          <a:p>
            <a:pPr marL="165100" indent="-1651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[ ___ ] active users</a:t>
            </a:r>
            <a:endParaRPr lang="en-US" sz="1150" dirty="0"/>
          </a:p>
          <a:p>
            <a:pPr marL="165100" indent="-1651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and validate Premium</a:t>
            </a:r>
            <a:endParaRPr lang="en-US" sz="1150" dirty="0"/>
          </a:p>
          <a:p>
            <a:pPr marL="165100" indent="-1651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Runway: [ __ ] months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BeautyScan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BeautyScan — the new standard for choosing cosmetics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971800"/>
            <a:ext cx="2682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3246120"/>
            <a:ext cx="566928" cy="566928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6" name="Image 0" descr="/sessions/zen-clever-archimedes/mnt/outputs/assets/ic_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33878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93192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problem solved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96112" y="44531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hours of search into three simple steps to the right product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88080" y="2971800"/>
            <a:ext cx="2682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44112" y="3246120"/>
            <a:ext cx="566928" cy="566928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1" name="Image 1" descr="/sessions/zen-clever-archimedes/mnt/outputs/assets/ic_spark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844" y="33878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44112" y="393192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technology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944112" y="44531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connecting ingredient analysis and personalized purchase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736080" y="2971800"/>
            <a:ext cx="2682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2112" y="3246120"/>
            <a:ext cx="566928" cy="566928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6" name="Image 2" descr="/sessions/zen-clever-archimedes/mnt/outputs/assets/ic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844" y="33878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2112" y="393192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not an idea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992112" y="44531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in production on two platforms — technical risk retired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40080" y="55321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changing the category by making cosmetics choices informed, fast and pleasant.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61447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We're happy to answer your questions.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Confidential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BeautyScan — Investor Deck</dc:title>
  <dc:subject>PptxGenJS Presentation</dc:subject>
  <dc:creator>BeautyScan</dc:creator>
  <cp:lastModifiedBy>BeautyScan</cp:lastModifiedBy>
  <cp:revision>1</cp:revision>
  <dcterms:created xsi:type="dcterms:W3CDTF">2026-06-08T19:17:46Z</dcterms:created>
  <dcterms:modified xsi:type="dcterms:W3CDTF">2026-06-08T19:17:46Z</dcterms:modified>
</cp:coreProperties>
</file>